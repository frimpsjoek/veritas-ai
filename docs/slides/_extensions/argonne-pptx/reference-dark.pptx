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2800" b="1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 marL="0" indent="0" algn="ctr">
              <a:buNone/>
              <a:defRPr sz="2800" b="1">
                <a:solidFill>
                  <a:srgbClr val="F5CBA7"/>
                </a:solidFill>
                <a:latin typeface="IBM Plex Sans"/>
              </a:defRPr>
            </a:lvl1pPr>
            <a:lvl2pPr marL="342900" indent="0" algn="ctr">
              <a:buNone/>
              <a:defRPr b="1" sz="2800">
                <a:solidFill>
                  <a:srgbClr val="F5CBA7"/>
                </a:solidFill>
                <a:latin typeface="IBM Plex Sans"/>
              </a:defRPr>
            </a:lvl2pPr>
            <a:lvl3pPr marL="685800" indent="0" algn="ctr">
              <a:buNone/>
              <a:defRPr b="1" sz="2800">
                <a:solidFill>
                  <a:srgbClr val="F5CBA7"/>
                </a:solidFill>
                <a:latin typeface="IBM Plex Sans"/>
              </a:defRPr>
            </a:lvl3pPr>
            <a:lvl4pPr marL="1028700" indent="0" algn="ctr">
              <a:buNone/>
              <a:defRPr b="1" sz="2800">
                <a:solidFill>
                  <a:srgbClr val="F5CBA7"/>
                </a:solidFill>
                <a:latin typeface="IBM Plex Sans"/>
              </a:defRPr>
            </a:lvl4pPr>
            <a:lvl5pPr marL="1371600" indent="0" algn="ctr">
              <a:buNone/>
              <a:defRPr b="1" sz="2800">
                <a:solidFill>
                  <a:srgbClr val="F5CBA7"/>
                </a:solidFill>
                <a:latin typeface="IBM Plex Sans"/>
              </a:defRPr>
            </a:lvl5pPr>
            <a:lvl6pPr marL="1714500" indent="0" algn="ctr">
              <a:buNone/>
              <a:defRPr b="1" sz="2800">
                <a:solidFill>
                  <a:srgbClr val="F5CBA7"/>
                </a:solidFill>
                <a:latin typeface="IBM Plex Sans"/>
              </a:defRPr>
            </a:lvl6pPr>
            <a:lvl7pPr marL="2057400" indent="0" algn="ctr">
              <a:buNone/>
              <a:defRPr b="1" sz="2800">
                <a:solidFill>
                  <a:srgbClr val="F5CBA7"/>
                </a:solidFill>
                <a:latin typeface="IBM Plex Sans"/>
              </a:defRPr>
            </a:lvl7pPr>
            <a:lvl8pPr marL="2400300" indent="0" algn="ctr">
              <a:buNone/>
              <a:defRPr b="1" sz="2800">
                <a:solidFill>
                  <a:srgbClr val="F5CBA7"/>
                </a:solidFill>
                <a:latin typeface="IBM Plex Sans"/>
              </a:defRPr>
            </a:lvl8pPr>
            <a:lvl9pPr marL="2743200" indent="0" algn="ctr">
              <a:buNone/>
              <a:defRPr b="1" sz="2800">
                <a:solidFill>
                  <a:srgbClr val="F5CBA7"/>
                </a:solidFill>
                <a:latin typeface="IBM Plex Sans"/>
              </a:defRPr>
            </a:lvl9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>
              <a:defRPr sz="2800" b="1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 algn="l">
              <a:defRPr sz="2800" b="1" cap="all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FFFFFF"/>
                </a:solidFill>
                <a:latin typeface="IBM Plex Sans"/>
              </a:defRPr>
            </a:lvl1pPr>
            <a:lvl2pPr marL="342900" indent="0">
              <a:buNone/>
              <a:defRPr sz="1400">
                <a:solidFill>
                  <a:srgbClr val="FFFFFF"/>
                </a:solidFill>
                <a:latin typeface="IBM Plex Sans"/>
              </a:defRPr>
            </a:lvl2pPr>
            <a:lvl3pPr marL="685800" indent="0">
              <a:buNone/>
              <a:defRPr sz="1200">
                <a:solidFill>
                  <a:srgbClr val="FFFFFF"/>
                </a:solidFill>
                <a:latin typeface="IBM Plex Sans"/>
              </a:defRPr>
            </a:lvl3pPr>
            <a:lvl4pPr marL="1028700" indent="0">
              <a:buNone/>
              <a:defRPr sz="1050">
                <a:solidFill>
                  <a:srgbClr val="FFFFFF"/>
                </a:solidFill>
                <a:latin typeface="IBM Plex Sans"/>
              </a:defRPr>
            </a:lvl4pPr>
            <a:lvl5pPr marL="1371600" indent="0">
              <a:buNone/>
              <a:defRPr sz="1050">
                <a:solidFill>
                  <a:srgbClr val="FFFFFF"/>
                </a:solidFill>
                <a:latin typeface="IBM Plex Sans"/>
              </a:defRPr>
            </a:lvl5pPr>
            <a:lvl6pPr marL="1714500" indent="0">
              <a:buNone/>
              <a:defRPr sz="1050">
                <a:solidFill>
                  <a:srgbClr val="FFFFFF"/>
                </a:solidFill>
                <a:latin typeface="IBM Plex Sans"/>
              </a:defRPr>
            </a:lvl6pPr>
            <a:lvl7pPr marL="2057400" indent="0">
              <a:buNone/>
              <a:defRPr sz="1050">
                <a:solidFill>
                  <a:srgbClr val="FFFFFF"/>
                </a:solidFill>
                <a:latin typeface="IBM Plex Sans"/>
              </a:defRPr>
            </a:lvl7pPr>
            <a:lvl8pPr marL="2400300" indent="0">
              <a:buNone/>
              <a:defRPr sz="1050">
                <a:solidFill>
                  <a:srgbClr val="FFFFFF"/>
                </a:solidFill>
                <a:latin typeface="IBM Plex Sans"/>
              </a:defRPr>
            </a:lvl8pPr>
            <a:lvl9pPr marL="2743200" indent="0">
              <a:buNone/>
              <a:defRPr sz="1050">
                <a:solidFill>
                  <a:srgbClr val="FFFFFF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>
              <a:defRPr sz="2800" b="1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  <a:lvl4pPr>
              <a:defRPr sz="1350">
                <a:solidFill>
                  <a:srgbClr val="FFFFFF"/>
                </a:solidFill>
                <a:latin typeface="IBM Plex Sans"/>
              </a:defRPr>
            </a:lvl4pPr>
            <a:lvl5pPr>
              <a:defRPr sz="1350">
                <a:solidFill>
                  <a:srgbClr val="FFFFFF"/>
                </a:solidFill>
                <a:latin typeface="IBM Plex Sans"/>
              </a:defRPr>
            </a:lvl5pPr>
            <a:lvl6pPr>
              <a:defRPr sz="1350">
                <a:solidFill>
                  <a:srgbClr val="FFFFFF"/>
                </a:solidFill>
                <a:latin typeface="IBM Plex Sans"/>
              </a:defRPr>
            </a:lvl6pPr>
            <a:lvl7pPr>
              <a:defRPr sz="1350">
                <a:solidFill>
                  <a:srgbClr val="FFFFFF"/>
                </a:solidFill>
                <a:latin typeface="IBM Plex Sans"/>
              </a:defRPr>
            </a:lvl7pPr>
            <a:lvl8pPr>
              <a:defRPr sz="1350">
                <a:solidFill>
                  <a:srgbClr val="FFFFFF"/>
                </a:solidFill>
                <a:latin typeface="IBM Plex Sans"/>
              </a:defRPr>
            </a:lvl8pPr>
            <a:lvl9pPr>
              <a:defRPr sz="1350">
                <a:solidFill>
                  <a:srgbClr val="FFFFFF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  <a:lvl4pPr>
              <a:defRPr sz="1350">
                <a:solidFill>
                  <a:srgbClr val="FFFFFF"/>
                </a:solidFill>
                <a:latin typeface="IBM Plex Sans"/>
              </a:defRPr>
            </a:lvl4pPr>
            <a:lvl5pPr>
              <a:defRPr sz="1350">
                <a:solidFill>
                  <a:srgbClr val="FFFFFF"/>
                </a:solidFill>
                <a:latin typeface="IBM Plex Sans"/>
              </a:defRPr>
            </a:lvl5pPr>
            <a:lvl6pPr>
              <a:defRPr sz="1350">
                <a:solidFill>
                  <a:srgbClr val="FFFFFF"/>
                </a:solidFill>
                <a:latin typeface="IBM Plex Sans"/>
              </a:defRPr>
            </a:lvl6pPr>
            <a:lvl7pPr>
              <a:defRPr sz="1350">
                <a:solidFill>
                  <a:srgbClr val="FFFFFF"/>
                </a:solidFill>
                <a:latin typeface="IBM Plex Sans"/>
              </a:defRPr>
            </a:lvl7pPr>
            <a:lvl8pPr>
              <a:defRPr sz="1350">
                <a:solidFill>
                  <a:srgbClr val="FFFFFF"/>
                </a:solidFill>
                <a:latin typeface="IBM Plex Sans"/>
              </a:defRPr>
            </a:lvl8pPr>
            <a:lvl9pPr>
              <a:defRPr sz="1350">
                <a:solidFill>
                  <a:srgbClr val="FFFFFF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>
              <a:defRPr sz="2800" b="1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4040188" cy="2286000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FFFFFF"/>
                </a:solidFill>
                <a:latin typeface="IBM Plex Sans"/>
              </a:defRPr>
            </a:lvl1pPr>
            <a:lvl2pPr marL="342900" indent="0">
              <a:buNone/>
              <a:defRPr sz="1400" b="1">
                <a:solidFill>
                  <a:srgbClr val="FFFFFF"/>
                </a:solidFill>
                <a:latin typeface="IBM Plex Sans"/>
              </a:defRPr>
            </a:lvl2pPr>
            <a:lvl3pPr marL="6858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3pPr>
            <a:lvl4pPr marL="10287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4pPr>
            <a:lvl5pPr marL="13716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5pPr>
            <a:lvl6pPr marL="17145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6pPr>
            <a:lvl7pPr marL="20574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7pPr>
            <a:lvl8pPr marL="24003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8pPr>
            <a:lvl9pPr marL="27432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  <a:lvl4pPr>
              <a:defRPr sz="1200">
                <a:solidFill>
                  <a:srgbClr val="FFFFFF"/>
                </a:solidFill>
                <a:latin typeface="IBM Plex Sans"/>
              </a:defRPr>
            </a:lvl4pPr>
            <a:lvl5pPr>
              <a:defRPr sz="1200">
                <a:solidFill>
                  <a:srgbClr val="FFFFFF"/>
                </a:solidFill>
                <a:latin typeface="IBM Plex Sans"/>
              </a:defRPr>
            </a:lvl5pPr>
            <a:lvl6pPr>
              <a:defRPr sz="1200">
                <a:solidFill>
                  <a:srgbClr val="FFFFFF"/>
                </a:solidFill>
                <a:latin typeface="IBM Plex Sans"/>
              </a:defRPr>
            </a:lvl6pPr>
            <a:lvl7pPr>
              <a:defRPr sz="1200">
                <a:solidFill>
                  <a:srgbClr val="FFFFFF"/>
                </a:solidFill>
                <a:latin typeface="IBM Plex Sans"/>
              </a:defRPr>
            </a:lvl7pPr>
            <a:lvl8pPr>
              <a:defRPr sz="1200">
                <a:solidFill>
                  <a:srgbClr val="FFFFFF"/>
                </a:solidFill>
                <a:latin typeface="IBM Plex Sans"/>
              </a:defRPr>
            </a:lvl8pPr>
            <a:lvl9pPr>
              <a:defRPr sz="1200">
                <a:solidFill>
                  <a:srgbClr val="FFFFFF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88720"/>
            <a:ext cx="4041775" cy="2286000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FFFFFF"/>
                </a:solidFill>
                <a:latin typeface="IBM Plex Sans"/>
              </a:defRPr>
            </a:lvl1pPr>
            <a:lvl2pPr marL="342900" indent="0">
              <a:buNone/>
              <a:defRPr sz="1400" b="1">
                <a:solidFill>
                  <a:srgbClr val="FFFFFF"/>
                </a:solidFill>
                <a:latin typeface="IBM Plex Sans"/>
              </a:defRPr>
            </a:lvl2pPr>
            <a:lvl3pPr marL="6858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3pPr>
            <a:lvl4pPr marL="10287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4pPr>
            <a:lvl5pPr marL="13716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5pPr>
            <a:lvl6pPr marL="17145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6pPr>
            <a:lvl7pPr marL="20574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7pPr>
            <a:lvl8pPr marL="24003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8pPr>
            <a:lvl9pPr marL="2743200" indent="0">
              <a:buNone/>
              <a:defRPr sz="1200" b="1">
                <a:solidFill>
                  <a:srgbClr val="FFFFFF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  <a:lvl4pPr>
              <a:defRPr sz="1200">
                <a:solidFill>
                  <a:srgbClr val="FFFFFF"/>
                </a:solidFill>
                <a:latin typeface="IBM Plex Sans"/>
              </a:defRPr>
            </a:lvl4pPr>
            <a:lvl5pPr>
              <a:defRPr sz="1200">
                <a:solidFill>
                  <a:srgbClr val="FFFFFF"/>
                </a:solidFill>
                <a:latin typeface="IBM Plex Sans"/>
              </a:defRPr>
            </a:lvl5pPr>
            <a:lvl6pPr>
              <a:defRPr sz="1200">
                <a:solidFill>
                  <a:srgbClr val="FFFFFF"/>
                </a:solidFill>
                <a:latin typeface="IBM Plex Sans"/>
              </a:defRPr>
            </a:lvl6pPr>
            <a:lvl7pPr>
              <a:defRPr sz="1200">
                <a:solidFill>
                  <a:srgbClr val="FFFFFF"/>
                </a:solidFill>
                <a:latin typeface="IBM Plex Sans"/>
              </a:defRPr>
            </a:lvl7pPr>
            <a:lvl8pPr>
              <a:defRPr sz="1200">
                <a:solidFill>
                  <a:srgbClr val="FFFFFF"/>
                </a:solidFill>
                <a:latin typeface="IBM Plex Sans"/>
              </a:defRPr>
            </a:lvl8pPr>
            <a:lvl9pPr>
              <a:defRPr sz="1200">
                <a:solidFill>
                  <a:srgbClr val="FFFFFF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>
              <a:defRPr sz="2800" b="1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 algn="l">
              <a:defRPr sz="2800" b="1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  <a:lvl4pPr>
              <a:defRPr sz="1500">
                <a:solidFill>
                  <a:srgbClr val="FFFFFF"/>
                </a:solidFill>
                <a:latin typeface="IBM Plex Sans"/>
              </a:defRPr>
            </a:lvl4pPr>
            <a:lvl5pPr>
              <a:defRPr sz="1500">
                <a:solidFill>
                  <a:srgbClr val="FFFFFF"/>
                </a:solidFill>
                <a:latin typeface="IBM Plex Sans"/>
              </a:defRPr>
            </a:lvl5pPr>
            <a:lvl6pPr>
              <a:defRPr sz="1500">
                <a:solidFill>
                  <a:srgbClr val="FFFFFF"/>
                </a:solidFill>
                <a:latin typeface="IBM Plex Sans"/>
              </a:defRPr>
            </a:lvl6pPr>
            <a:lvl7pPr>
              <a:defRPr sz="1500">
                <a:solidFill>
                  <a:srgbClr val="FFFFFF"/>
                </a:solidFill>
                <a:latin typeface="IBM Plex Sans"/>
              </a:defRPr>
            </a:lvl7pPr>
            <a:lvl8pPr>
              <a:defRPr sz="1500">
                <a:solidFill>
                  <a:srgbClr val="FFFFFF"/>
                </a:solidFill>
                <a:latin typeface="IBM Plex Sans"/>
              </a:defRPr>
            </a:lvl8pPr>
            <a:lvl9pPr>
              <a:defRPr sz="1500">
                <a:solidFill>
                  <a:srgbClr val="FFFFFF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88720"/>
            <a:ext cx="3008313" cy="340590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FFFFF"/>
                </a:solidFill>
                <a:latin typeface="IBM Plex Sans"/>
              </a:defRPr>
            </a:lvl1pPr>
            <a:lvl2pPr marL="342900" indent="0">
              <a:buNone/>
              <a:defRPr sz="1400">
                <a:solidFill>
                  <a:srgbClr val="FFFFFF"/>
                </a:solidFill>
                <a:latin typeface="IBM Plex Sans"/>
              </a:defRPr>
            </a:lvl2pPr>
            <a:lvl3pPr marL="685800" indent="0">
              <a:buNone/>
              <a:defRPr sz="1200">
                <a:solidFill>
                  <a:srgbClr val="FFFFFF"/>
                </a:solidFill>
                <a:latin typeface="IBM Plex Sans"/>
              </a:defRPr>
            </a:lvl3pPr>
            <a:lvl4pPr marL="1028700" indent="0">
              <a:buNone/>
              <a:defRPr sz="675">
                <a:solidFill>
                  <a:srgbClr val="FFFFFF"/>
                </a:solidFill>
                <a:latin typeface="IBM Plex Sans"/>
              </a:defRPr>
            </a:lvl4pPr>
            <a:lvl5pPr marL="1371600" indent="0">
              <a:buNone/>
              <a:defRPr sz="675">
                <a:solidFill>
                  <a:srgbClr val="FFFFFF"/>
                </a:solidFill>
                <a:latin typeface="IBM Plex Sans"/>
              </a:defRPr>
            </a:lvl5pPr>
            <a:lvl6pPr marL="1714500" indent="0">
              <a:buNone/>
              <a:defRPr sz="675">
                <a:solidFill>
                  <a:srgbClr val="FFFFFF"/>
                </a:solidFill>
                <a:latin typeface="IBM Plex Sans"/>
              </a:defRPr>
            </a:lvl6pPr>
            <a:lvl7pPr marL="2057400" indent="0">
              <a:buNone/>
              <a:defRPr sz="675">
                <a:solidFill>
                  <a:srgbClr val="FFFFFF"/>
                </a:solidFill>
                <a:latin typeface="IBM Plex Sans"/>
              </a:defRPr>
            </a:lvl7pPr>
            <a:lvl8pPr marL="2400300" indent="0">
              <a:buNone/>
              <a:defRPr sz="675">
                <a:solidFill>
                  <a:srgbClr val="FFFFFF"/>
                </a:solidFill>
                <a:latin typeface="IBM Plex Sans"/>
              </a:defRPr>
            </a:lvl8pPr>
            <a:lvl9pPr marL="2743200" indent="0">
              <a:buNone/>
              <a:defRPr sz="675">
                <a:solidFill>
                  <a:srgbClr val="FFFFFF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 algn="l">
              <a:defRPr sz="2800" b="1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FFFFF"/>
                </a:solidFill>
                <a:latin typeface="IBM Plex Sans"/>
              </a:defRPr>
            </a:lvl1pPr>
            <a:lvl2pPr marL="342900" indent="0">
              <a:buNone/>
              <a:defRPr sz="1400">
                <a:solidFill>
                  <a:srgbClr val="FFFFFF"/>
                </a:solidFill>
                <a:latin typeface="IBM Plex Sans"/>
              </a:defRPr>
            </a:lvl2pPr>
            <a:lvl3pPr marL="685800" indent="0">
              <a:buNone/>
              <a:defRPr sz="1200">
                <a:solidFill>
                  <a:srgbClr val="FFFFFF"/>
                </a:solidFill>
                <a:latin typeface="IBM Plex Sans"/>
              </a:defRPr>
            </a:lvl3pPr>
            <a:lvl4pPr marL="1028700" indent="0">
              <a:buNone/>
              <a:defRPr sz="1500">
                <a:solidFill>
                  <a:srgbClr val="FFFFFF"/>
                </a:solidFill>
                <a:latin typeface="IBM Plex Sans"/>
              </a:defRPr>
            </a:lvl4pPr>
            <a:lvl5pPr marL="1371600" indent="0">
              <a:buNone/>
              <a:defRPr sz="1500">
                <a:solidFill>
                  <a:srgbClr val="FFFFFF"/>
                </a:solidFill>
                <a:latin typeface="IBM Plex Sans"/>
              </a:defRPr>
            </a:lvl5pPr>
            <a:lvl6pPr marL="1714500" indent="0">
              <a:buNone/>
              <a:defRPr sz="1500">
                <a:solidFill>
                  <a:srgbClr val="FFFFFF"/>
                </a:solidFill>
                <a:latin typeface="IBM Plex Sans"/>
              </a:defRPr>
            </a:lvl6pPr>
            <a:lvl7pPr marL="2057400" indent="0">
              <a:buNone/>
              <a:defRPr sz="1500">
                <a:solidFill>
                  <a:srgbClr val="FFFFFF"/>
                </a:solidFill>
                <a:latin typeface="IBM Plex Sans"/>
              </a:defRPr>
            </a:lvl7pPr>
            <a:lvl8pPr marL="2400300" indent="0">
              <a:buNone/>
              <a:defRPr sz="1500">
                <a:solidFill>
                  <a:srgbClr val="FFFFFF"/>
                </a:solidFill>
                <a:latin typeface="IBM Plex Sans"/>
              </a:defRPr>
            </a:lvl8pPr>
            <a:lvl9pPr marL="2743200" indent="0">
              <a:buNone/>
              <a:defRPr sz="1500">
                <a:solidFill>
                  <a:srgbClr val="FFFFFF"/>
                </a:solidFill>
                <a:latin typeface="IBM Plex Sans"/>
              </a:defRPr>
            </a:lvl9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FFFFF"/>
                </a:solidFill>
                <a:latin typeface="IBM Plex Sans"/>
              </a:defRPr>
            </a:lvl1pPr>
            <a:lvl2pPr marL="342900" indent="0">
              <a:buNone/>
              <a:defRPr sz="1400">
                <a:solidFill>
                  <a:srgbClr val="FFFFFF"/>
                </a:solidFill>
                <a:latin typeface="IBM Plex Sans"/>
              </a:defRPr>
            </a:lvl2pPr>
            <a:lvl3pPr marL="685800" indent="0">
              <a:buNone/>
              <a:defRPr sz="1200">
                <a:solidFill>
                  <a:srgbClr val="FFFFFF"/>
                </a:solidFill>
                <a:latin typeface="IBM Plex Sans"/>
              </a:defRPr>
            </a:lvl3pPr>
            <a:lvl4pPr marL="1028700" indent="0">
              <a:buNone/>
              <a:defRPr sz="675">
                <a:solidFill>
                  <a:srgbClr val="FFFFFF"/>
                </a:solidFill>
                <a:latin typeface="IBM Plex Sans"/>
              </a:defRPr>
            </a:lvl4pPr>
            <a:lvl5pPr marL="1371600" indent="0">
              <a:buNone/>
              <a:defRPr sz="675">
                <a:solidFill>
                  <a:srgbClr val="FFFFFF"/>
                </a:solidFill>
                <a:latin typeface="IBM Plex Sans"/>
              </a:defRPr>
            </a:lvl5pPr>
            <a:lvl6pPr marL="1714500" indent="0">
              <a:buNone/>
              <a:defRPr sz="675">
                <a:solidFill>
                  <a:srgbClr val="FFFFFF"/>
                </a:solidFill>
                <a:latin typeface="IBM Plex Sans"/>
              </a:defRPr>
            </a:lvl6pPr>
            <a:lvl7pPr marL="2057400" indent="0">
              <a:buNone/>
              <a:defRPr sz="675">
                <a:solidFill>
                  <a:srgbClr val="FFFFFF"/>
                </a:solidFill>
                <a:latin typeface="IBM Plex Sans"/>
              </a:defRPr>
            </a:lvl7pPr>
            <a:lvl8pPr marL="2400300" indent="0">
              <a:buNone/>
              <a:defRPr sz="675">
                <a:solidFill>
                  <a:srgbClr val="FFFFFF"/>
                </a:solidFill>
                <a:latin typeface="IBM Plex Sans"/>
              </a:defRPr>
            </a:lvl8pPr>
            <a:lvl9pPr marL="2743200" indent="0">
              <a:buNone/>
              <a:defRPr sz="675">
                <a:solidFill>
                  <a:srgbClr val="FFFFFF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>
              <a:defRPr sz="2800" b="1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5760" y="182880"/>
            <a:ext cx="8412480" cy="914400"/>
          </a:xfrm>
        </p:spPr>
        <p:txBody>
          <a:bodyPr vert="eaVert" anchor="t" wrap="square">
            <a:normAutofit fontScale="90000"/>
          </a:bodyPr>
          <a:lstStyle>
            <a:lvl1pPr>
              <a:defRPr sz="2800" b="1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88720"/>
            <a:ext cx="6019800" cy="3405903"/>
          </a:xfrm>
        </p:spPr>
        <p:txBody>
          <a:bodyPr vert="eaVert"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 fontScale="90000"/>
          </a:bodyPr>
          <a:lstStyle>
            <a:lvl1pPr>
              <a:defRPr sz="2800" b="1">
                <a:solidFill>
                  <a:srgbClr val="F5CBA7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F5CBA7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FFFFFF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>
                <a:solidFill>
                  <a:srgbClr val="FFFFFF"/>
                </a:solidFill>
                <a:latin typeface="IBM Plex Sans"/>
              </a:defRPr>
            </a:lvl1pPr>
            <a:lvl2pPr>
              <a:defRPr sz="1400">
                <a:solidFill>
                  <a:srgbClr val="FFFFFF"/>
                </a:solidFill>
                <a:latin typeface="IBM Plex Sans"/>
              </a:defRPr>
            </a:lvl2pPr>
            <a:lvl3pPr>
              <a:defRPr sz="1200">
                <a:solidFill>
                  <a:srgbClr val="FFFFFF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-line"/>
          <p:cNvSpPr/>
          <p:nvPr/>
        </p:nvSpPr>
        <p:spPr>
          <a:xfrm>
            <a:off x="365760" y="4681728"/>
            <a:ext cx="749808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argonne_logo_white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3320" y="4773168"/>
            <a:ext cx="953719" cy="256032"/>
          </a:xfrm>
          <a:prstGeom prst="rect">
            <a:avLst/>
          </a:prstGeom>
        </p:spPr>
      </p:pic>
      <p:pic>
        <p:nvPicPr>
          <p:cNvPr id="9" name="miccom_logo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4920" y="4791456"/>
            <a:ext cx="912737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